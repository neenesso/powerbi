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8178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252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278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263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745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977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007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76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7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01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9443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6393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2250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9339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180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1888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13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50DD7E-3B3D-4118-9FEA-B1020C90CA94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0113786-E48B-46CE-B6B7-A44AFA25B39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82341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189F21C-6F46-C6C5-837A-C77E99EE810A}"/>
              </a:ext>
            </a:extLst>
          </p:cNvPr>
          <p:cNvSpPr/>
          <p:nvPr/>
        </p:nvSpPr>
        <p:spPr>
          <a:xfrm>
            <a:off x="733425" y="133350"/>
            <a:ext cx="10982325" cy="5619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5F380E4-8BA0-3C02-61DC-A04F2E45C02D}"/>
              </a:ext>
            </a:extLst>
          </p:cNvPr>
          <p:cNvSpPr/>
          <p:nvPr/>
        </p:nvSpPr>
        <p:spPr>
          <a:xfrm>
            <a:off x="137160" y="950976"/>
            <a:ext cx="2670048" cy="577367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CDF7860-0B93-F5EE-7548-729236238C57}"/>
              </a:ext>
            </a:extLst>
          </p:cNvPr>
          <p:cNvSpPr/>
          <p:nvPr/>
        </p:nvSpPr>
        <p:spPr>
          <a:xfrm>
            <a:off x="2926080" y="950976"/>
            <a:ext cx="9128760" cy="247802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0388356-986E-F9E4-866C-E8B9FE7757EE}"/>
              </a:ext>
            </a:extLst>
          </p:cNvPr>
          <p:cNvSpPr/>
          <p:nvPr/>
        </p:nvSpPr>
        <p:spPr>
          <a:xfrm>
            <a:off x="2926080" y="3538728"/>
            <a:ext cx="3986784" cy="31859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81EAA5-81F9-81E2-5EF0-FD339F5DAD5E}"/>
              </a:ext>
            </a:extLst>
          </p:cNvPr>
          <p:cNvSpPr/>
          <p:nvPr/>
        </p:nvSpPr>
        <p:spPr>
          <a:xfrm>
            <a:off x="7031736" y="3538728"/>
            <a:ext cx="5023104" cy="318592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51CEFE7-6F05-ACFF-B34C-B18642C0909B}"/>
              </a:ext>
            </a:extLst>
          </p:cNvPr>
          <p:cNvSpPr txBox="1"/>
          <p:nvPr/>
        </p:nvSpPr>
        <p:spPr>
          <a:xfrm>
            <a:off x="145219" y="950976"/>
            <a:ext cx="11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Problemas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F179AD-C458-D06E-F805-CDB1A428308C}"/>
              </a:ext>
            </a:extLst>
          </p:cNvPr>
          <p:cNvSpPr txBox="1"/>
          <p:nvPr/>
        </p:nvSpPr>
        <p:spPr>
          <a:xfrm>
            <a:off x="2926080" y="3538728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Chamados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12CA0FE-8C3A-EFA5-B2C6-B1AE5B7A0696}"/>
              </a:ext>
            </a:extLst>
          </p:cNvPr>
          <p:cNvSpPr txBox="1"/>
          <p:nvPr/>
        </p:nvSpPr>
        <p:spPr>
          <a:xfrm>
            <a:off x="7031736" y="3538728"/>
            <a:ext cx="761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Status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782A649-5E2E-947F-0633-A7FD2100CF9B}"/>
              </a:ext>
            </a:extLst>
          </p:cNvPr>
          <p:cNvSpPr txBox="1"/>
          <p:nvPr/>
        </p:nvSpPr>
        <p:spPr>
          <a:xfrm>
            <a:off x="2919920" y="950976"/>
            <a:ext cx="1260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Atendentes</a:t>
            </a:r>
          </a:p>
        </p:txBody>
      </p:sp>
    </p:spTree>
    <p:extLst>
      <p:ext uri="{BB962C8B-B14F-4D97-AF65-F5344CB8AC3E}">
        <p14:creationId xmlns:p14="http://schemas.microsoft.com/office/powerpoint/2010/main" val="26178633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21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SOARES GONÇALVEZ</dc:creator>
  <cp:lastModifiedBy>GUILHERME SOARES GONÇALVEZ</cp:lastModifiedBy>
  <cp:revision>2</cp:revision>
  <dcterms:created xsi:type="dcterms:W3CDTF">2026-04-25T14:45:19Z</dcterms:created>
  <dcterms:modified xsi:type="dcterms:W3CDTF">2026-04-25T15:07:17Z</dcterms:modified>
</cp:coreProperties>
</file>